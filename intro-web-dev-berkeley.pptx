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4597" autoAdjust="0"/>
    <p:restoredTop sz="86354" autoAdjust="0"/>
  </p:normalViewPr>
  <p:slideViewPr>
    <p:cSldViewPr snapToGrid="0" snapToObjects="1">
      <p:cViewPr>
        <p:scale>
          <a:sx n="114" d="100"/>
          <a:sy n="114" d="100"/>
        </p:scale>
        <p:origin x="-1408" y="35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1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2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6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0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1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6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3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2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1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63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2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1A1D3-7467-AC4E-92BF-D224CDF846A6}" type="datetimeFigureOut">
              <a:rPr lang="en-US" smtClean="0"/>
              <a:t>2/9/18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D673A-FFB5-3F4F-8B1C-FAC1A506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4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0518" y="181681"/>
            <a:ext cx="6237123" cy="8775520"/>
          </a:xfrm>
          <a:prstGeom prst="rect">
            <a:avLst/>
          </a:prstGeom>
          <a:pattFill prst="divot">
            <a:fgClr>
              <a:prstClr val="black"/>
            </a:fgClr>
            <a:bgClr>
              <a:prstClr val="white"/>
            </a:bgClr>
          </a:pattFill>
          <a:ln w="76200" cmpd="tri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rot="223080">
            <a:off x="2467667" y="6797952"/>
            <a:ext cx="3732155" cy="1785104"/>
          </a:xfrm>
          <a:prstGeom prst="rect">
            <a:avLst/>
          </a:prstGeom>
          <a:solidFill>
            <a:srgbClr val="FFFFFF"/>
          </a:solidFill>
          <a:ln w="5715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Comic Sans MS"/>
                <a:cs typeface="Comic Sans MS"/>
              </a:rPr>
              <a:t/>
            </a:r>
            <a:br>
              <a:rPr lang="en-US" sz="1100" dirty="0" smtClean="0">
                <a:latin typeface="Comic Sans MS"/>
                <a:cs typeface="Comic Sans MS"/>
              </a:rPr>
            </a:br>
            <a:r>
              <a:rPr lang="en-US" sz="1100" dirty="0" smtClean="0">
                <a:latin typeface="Comic Sans MS"/>
                <a:cs typeface="Comic Sans MS"/>
              </a:rPr>
              <a:t>Learn </a:t>
            </a:r>
            <a:r>
              <a:rPr lang="en-US" sz="1100" dirty="0">
                <a:latin typeface="Comic Sans MS"/>
                <a:cs typeface="Comic Sans MS"/>
              </a:rPr>
              <a:t>how to create websites in this </a:t>
            </a:r>
            <a:r>
              <a:rPr lang="en-US" sz="1100" dirty="0" smtClean="0">
                <a:latin typeface="Comic Sans MS"/>
                <a:cs typeface="Comic Sans MS"/>
              </a:rPr>
              <a:t>10-</a:t>
            </a:r>
            <a:r>
              <a:rPr lang="en-US" sz="1100" dirty="0">
                <a:latin typeface="Comic Sans MS"/>
                <a:cs typeface="Comic Sans MS"/>
              </a:rPr>
              <a:t>week course using </a:t>
            </a:r>
            <a:r>
              <a:rPr lang="en-US" sz="1100" b="1" dirty="0">
                <a:latin typeface="Comic Sans MS"/>
                <a:cs typeface="Comic Sans MS"/>
              </a:rPr>
              <a:t>HTML</a:t>
            </a:r>
            <a:r>
              <a:rPr lang="en-US" sz="1100" dirty="0">
                <a:latin typeface="Comic Sans MS"/>
                <a:cs typeface="Comic Sans MS"/>
              </a:rPr>
              <a:t>, </a:t>
            </a:r>
            <a:r>
              <a:rPr lang="en-US" sz="1100" b="1" dirty="0">
                <a:latin typeface="Comic Sans MS"/>
                <a:cs typeface="Comic Sans MS"/>
              </a:rPr>
              <a:t>CSS</a:t>
            </a:r>
            <a:r>
              <a:rPr lang="en-US" sz="1100" dirty="0">
                <a:latin typeface="Comic Sans MS"/>
                <a:cs typeface="Comic Sans MS"/>
              </a:rPr>
              <a:t> and </a:t>
            </a:r>
            <a:r>
              <a:rPr lang="en-US" sz="1100" b="1" dirty="0">
                <a:latin typeface="Comic Sans MS"/>
                <a:cs typeface="Comic Sans MS"/>
              </a:rPr>
              <a:t>JavaScript</a:t>
            </a:r>
            <a:r>
              <a:rPr lang="en-US" sz="1100" dirty="0">
                <a:latin typeface="Comic Sans MS"/>
                <a:cs typeface="Comic Sans MS"/>
              </a:rPr>
              <a:t>.  Local Software Developer Alex </a:t>
            </a:r>
            <a:r>
              <a:rPr lang="en-US" sz="1100" dirty="0" err="1">
                <a:latin typeface="Comic Sans MS"/>
                <a:cs typeface="Comic Sans MS"/>
              </a:rPr>
              <a:t>Rivadeneira</a:t>
            </a:r>
            <a:r>
              <a:rPr lang="en-US" sz="1100" dirty="0">
                <a:latin typeface="Comic Sans MS"/>
                <a:cs typeface="Comic Sans MS"/>
              </a:rPr>
              <a:t> offers an introduction to developing web sites for beginners. The course will introduce HTML tags and CSS to build a basic web site before moving on to programming with JavaScript.  Basic computer skills and some familiarity with algebra will be helpful in keeping pace</a:t>
            </a:r>
            <a:r>
              <a:rPr lang="en-US" sz="1100" dirty="0" smtClean="0">
                <a:latin typeface="Comic Sans MS"/>
                <a:cs typeface="Comic Sans MS"/>
              </a:rPr>
              <a:t>.</a:t>
            </a:r>
            <a:br>
              <a:rPr lang="en-US" sz="1100" dirty="0" smtClean="0">
                <a:latin typeface="Comic Sans MS"/>
                <a:cs typeface="Comic Sans MS"/>
              </a:rPr>
            </a:br>
            <a:r>
              <a:rPr lang="en-US" sz="1100" dirty="0">
                <a:latin typeface="Comic Sans MS"/>
                <a:cs typeface="Comic Sans MS"/>
              </a:rPr>
              <a:t> </a:t>
            </a:r>
          </a:p>
        </p:txBody>
      </p:sp>
      <p:sp>
        <p:nvSpPr>
          <p:cNvPr id="11" name="TextBox 10"/>
          <p:cNvSpPr txBox="1"/>
          <p:nvPr/>
        </p:nvSpPr>
        <p:spPr>
          <a:xfrm rot="259660">
            <a:off x="3188435" y="5724716"/>
            <a:ext cx="3065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mic Sans MS"/>
                <a:cs typeface="Comic Sans MS"/>
              </a:rPr>
              <a:t>@Berkeley Central Library</a:t>
            </a:r>
            <a:endParaRPr lang="en-US" sz="2800" b="1" dirty="0">
              <a:latin typeface="Comic Sans MS"/>
              <a:cs typeface="Comic Sans MS"/>
            </a:endParaRPr>
          </a:p>
        </p:txBody>
      </p:sp>
      <p:pic>
        <p:nvPicPr>
          <p:cNvPr id="16" name="Picture 15" descr="7288396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9811">
            <a:off x="-72404" y="6684829"/>
            <a:ext cx="2552761" cy="1563391"/>
          </a:xfrm>
          <a:prstGeom prst="rect">
            <a:avLst/>
          </a:prstGeom>
        </p:spPr>
      </p:pic>
      <p:pic>
        <p:nvPicPr>
          <p:cNvPr id="17" name="Picture 16" descr="DES_04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93211">
            <a:off x="4357417" y="6610477"/>
            <a:ext cx="566295" cy="2513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74353" y="121685"/>
            <a:ext cx="33110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spc="-100" dirty="0" smtClean="0">
                <a:latin typeface="Comic Sans MS"/>
                <a:cs typeface="Comic Sans MS"/>
              </a:rPr>
              <a:t>class begins</a:t>
            </a:r>
            <a:r>
              <a:rPr lang="en-US" sz="4400" b="1" spc="-100" dirty="0" smtClean="0">
                <a:latin typeface="Comic Sans MS"/>
                <a:cs typeface="Comic Sans MS"/>
              </a:rPr>
              <a:t> </a:t>
            </a:r>
            <a:r>
              <a:rPr lang="en-US" sz="3600" b="1" spc="-100" dirty="0" smtClean="0">
                <a:latin typeface="Comic Sans MS"/>
                <a:cs typeface="Comic Sans MS"/>
              </a:rPr>
              <a:t>Sat, March 3</a:t>
            </a:r>
            <a:endParaRPr lang="en-US" sz="3600" b="1" spc="-100" dirty="0">
              <a:latin typeface="Comic Sans MS"/>
              <a:cs typeface="Comic Sans M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0130" y="8635946"/>
            <a:ext cx="330577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Comic Sans MS"/>
                <a:cs typeface="Comic Sans MS"/>
              </a:rPr>
              <a:t>For more info</a:t>
            </a:r>
            <a:r>
              <a:rPr lang="en-US" sz="1000" dirty="0">
                <a:latin typeface="Comic Sans MS"/>
                <a:cs typeface="Comic Sans MS"/>
              </a:rPr>
              <a:t>, visit </a:t>
            </a:r>
            <a:r>
              <a:rPr lang="en-US" sz="1000" dirty="0" err="1" smtClean="0">
                <a:latin typeface="Comic Sans MS"/>
                <a:cs typeface="Comic Sans MS"/>
              </a:rPr>
              <a:t>berkeleypubliclibrary.org</a:t>
            </a:r>
            <a:r>
              <a:rPr lang="en-US" sz="1000" dirty="0">
                <a:latin typeface="Comic Sans MS"/>
                <a:cs typeface="Comic Sans MS"/>
              </a:rPr>
              <a:t>/</a:t>
            </a:r>
            <a:r>
              <a:rPr lang="en-US" sz="1000" dirty="0" smtClean="0">
                <a:latin typeface="Comic Sans MS"/>
                <a:cs typeface="Comic Sans MS"/>
              </a:rPr>
              <a:t>events</a:t>
            </a:r>
            <a:endParaRPr lang="en-US" sz="1000" dirty="0">
              <a:latin typeface="Comic Sans MS"/>
              <a:cs typeface="Comic Sans MS"/>
            </a:endParaRPr>
          </a:p>
        </p:txBody>
      </p:sp>
      <p:pic>
        <p:nvPicPr>
          <p:cNvPr id="33" name="Picture 32" descr="j0289552.jpg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1436">
            <a:off x="367085" y="6804956"/>
            <a:ext cx="1629865" cy="962196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277042" y="459299"/>
            <a:ext cx="2905380" cy="1615239"/>
            <a:chOff x="1631804" y="1179024"/>
            <a:chExt cx="2905380" cy="1615239"/>
          </a:xfrm>
        </p:grpSpPr>
        <p:sp>
          <p:nvSpPr>
            <p:cNvPr id="36" name="Cloud 35"/>
            <p:cNvSpPr/>
            <p:nvPr/>
          </p:nvSpPr>
          <p:spPr>
            <a:xfrm rot="21410187">
              <a:off x="1667338" y="1179024"/>
              <a:ext cx="2782360" cy="1615239"/>
            </a:xfrm>
            <a:prstGeom prst="cloud">
              <a:avLst/>
            </a:prstGeom>
            <a:solidFill>
              <a:schemeClr val="bg1"/>
            </a:solidFill>
            <a:ln w="571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20933927">
              <a:off x="1631804" y="1428813"/>
              <a:ext cx="290538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smtClean="0">
                  <a:latin typeface="Comic Sans MS"/>
                  <a:cs typeface="Comic Sans MS"/>
                </a:rPr>
                <a:t>LEARN TO CODE!</a:t>
              </a:r>
              <a:endParaRPr lang="en-US" sz="3200" b="1" dirty="0">
                <a:latin typeface="Comic Sans MS"/>
                <a:cs typeface="Comic Sans MS"/>
              </a:endParaR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13249">
            <a:off x="442796" y="1830978"/>
            <a:ext cx="1941581" cy="1941581"/>
          </a:xfrm>
          <a:prstGeom prst="rect">
            <a:avLst/>
          </a:prstGeom>
          <a:ln>
            <a:noFill/>
          </a:ln>
          <a:effectLst>
            <a:outerShdw dist="139700" dir="13140000" sx="107000" sy="107000" algn="tl" rotWithShape="0">
              <a:prstClr val="black">
                <a:alpha val="84000"/>
              </a:prstClr>
            </a:outerShdw>
          </a:effectLst>
        </p:spPr>
      </p:pic>
      <p:sp>
        <p:nvSpPr>
          <p:cNvPr id="5" name="Explosion 2 4"/>
          <p:cNvSpPr/>
          <p:nvPr/>
        </p:nvSpPr>
        <p:spPr>
          <a:xfrm>
            <a:off x="200518" y="2225626"/>
            <a:ext cx="6402152" cy="4285315"/>
          </a:xfrm>
          <a:custGeom>
            <a:avLst/>
            <a:gdLst>
              <a:gd name="connsiteX0" fmla="*/ 11462 w 21600"/>
              <a:gd name="connsiteY0" fmla="*/ 4342 h 21600"/>
              <a:gd name="connsiteX1" fmla="*/ 14790 w 21600"/>
              <a:gd name="connsiteY1" fmla="*/ 0 h 21600"/>
              <a:gd name="connsiteX2" fmla="*/ 14525 w 21600"/>
              <a:gd name="connsiteY2" fmla="*/ 5777 h 21600"/>
              <a:gd name="connsiteX3" fmla="*/ 18007 w 21600"/>
              <a:gd name="connsiteY3" fmla="*/ 3172 h 21600"/>
              <a:gd name="connsiteX4" fmla="*/ 16380 w 21600"/>
              <a:gd name="connsiteY4" fmla="*/ 6532 h 21600"/>
              <a:gd name="connsiteX5" fmla="*/ 21600 w 21600"/>
              <a:gd name="connsiteY5" fmla="*/ 6645 h 21600"/>
              <a:gd name="connsiteX6" fmla="*/ 16985 w 21600"/>
              <a:gd name="connsiteY6" fmla="*/ 9402 h 21600"/>
              <a:gd name="connsiteX7" fmla="*/ 18270 w 21600"/>
              <a:gd name="connsiteY7" fmla="*/ 11290 h 21600"/>
              <a:gd name="connsiteX8" fmla="*/ 16380 w 21600"/>
              <a:gd name="connsiteY8" fmla="*/ 12310 h 21600"/>
              <a:gd name="connsiteX9" fmla="*/ 18877 w 21600"/>
              <a:gd name="connsiteY9" fmla="*/ 15632 h 21600"/>
              <a:gd name="connsiteX10" fmla="*/ 14640 w 21600"/>
              <a:gd name="connsiteY10" fmla="*/ 14350 h 21600"/>
              <a:gd name="connsiteX11" fmla="*/ 14942 w 21600"/>
              <a:gd name="connsiteY11" fmla="*/ 17370 h 21600"/>
              <a:gd name="connsiteX12" fmla="*/ 12180 w 21600"/>
              <a:gd name="connsiteY12" fmla="*/ 15935 h 21600"/>
              <a:gd name="connsiteX13" fmla="*/ 11612 w 21600"/>
              <a:gd name="connsiteY13" fmla="*/ 18842 h 21600"/>
              <a:gd name="connsiteX14" fmla="*/ 9872 w 21600"/>
              <a:gd name="connsiteY14" fmla="*/ 17370 h 21600"/>
              <a:gd name="connsiteX15" fmla="*/ 8700 w 21600"/>
              <a:gd name="connsiteY15" fmla="*/ 19712 h 21600"/>
              <a:gd name="connsiteX16" fmla="*/ 7527 w 21600"/>
              <a:gd name="connsiteY16" fmla="*/ 18125 h 21600"/>
              <a:gd name="connsiteX17" fmla="*/ 4917 w 21600"/>
              <a:gd name="connsiteY17" fmla="*/ 21600 h 21600"/>
              <a:gd name="connsiteX18" fmla="*/ 4805 w 21600"/>
              <a:gd name="connsiteY18" fmla="*/ 18240 h 21600"/>
              <a:gd name="connsiteX19" fmla="*/ 1285 w 21600"/>
              <a:gd name="connsiteY19" fmla="*/ 17825 h 21600"/>
              <a:gd name="connsiteX20" fmla="*/ 3330 w 21600"/>
              <a:gd name="connsiteY20" fmla="*/ 15370 h 21600"/>
              <a:gd name="connsiteX21" fmla="*/ 0 w 21600"/>
              <a:gd name="connsiteY21" fmla="*/ 12877 h 21600"/>
              <a:gd name="connsiteX22" fmla="*/ 3935 w 21600"/>
              <a:gd name="connsiteY22" fmla="*/ 11592 h 21600"/>
              <a:gd name="connsiteX23" fmla="*/ 1172 w 21600"/>
              <a:gd name="connsiteY23" fmla="*/ 8270 h 21600"/>
              <a:gd name="connsiteX24" fmla="*/ 5372 w 21600"/>
              <a:gd name="connsiteY24" fmla="*/ 7817 h 21600"/>
              <a:gd name="connsiteX25" fmla="*/ 4502 w 21600"/>
              <a:gd name="connsiteY25" fmla="*/ 3625 h 21600"/>
              <a:gd name="connsiteX26" fmla="*/ 8550 w 21600"/>
              <a:gd name="connsiteY26" fmla="*/ 6382 h 21600"/>
              <a:gd name="connsiteX27" fmla="*/ 9722 w 21600"/>
              <a:gd name="connsiteY27" fmla="*/ 1887 h 21600"/>
              <a:gd name="connsiteX28" fmla="*/ 11462 w 21600"/>
              <a:gd name="connsiteY28" fmla="*/ 4342 h 21600"/>
              <a:gd name="connsiteX0" fmla="*/ 11462 w 21600"/>
              <a:gd name="connsiteY0" fmla="*/ 4342 h 21600"/>
              <a:gd name="connsiteX1" fmla="*/ 14790 w 21600"/>
              <a:gd name="connsiteY1" fmla="*/ 0 h 21600"/>
              <a:gd name="connsiteX2" fmla="*/ 14525 w 21600"/>
              <a:gd name="connsiteY2" fmla="*/ 5777 h 21600"/>
              <a:gd name="connsiteX3" fmla="*/ 18007 w 21600"/>
              <a:gd name="connsiteY3" fmla="*/ 3172 h 21600"/>
              <a:gd name="connsiteX4" fmla="*/ 16380 w 21600"/>
              <a:gd name="connsiteY4" fmla="*/ 6532 h 21600"/>
              <a:gd name="connsiteX5" fmla="*/ 21600 w 21600"/>
              <a:gd name="connsiteY5" fmla="*/ 6645 h 21600"/>
              <a:gd name="connsiteX6" fmla="*/ 16985 w 21600"/>
              <a:gd name="connsiteY6" fmla="*/ 9402 h 21600"/>
              <a:gd name="connsiteX7" fmla="*/ 18270 w 21600"/>
              <a:gd name="connsiteY7" fmla="*/ 11290 h 21600"/>
              <a:gd name="connsiteX8" fmla="*/ 16380 w 21600"/>
              <a:gd name="connsiteY8" fmla="*/ 12310 h 21600"/>
              <a:gd name="connsiteX9" fmla="*/ 18877 w 21600"/>
              <a:gd name="connsiteY9" fmla="*/ 15632 h 21600"/>
              <a:gd name="connsiteX10" fmla="*/ 14640 w 21600"/>
              <a:gd name="connsiteY10" fmla="*/ 14350 h 21600"/>
              <a:gd name="connsiteX11" fmla="*/ 14942 w 21600"/>
              <a:gd name="connsiteY11" fmla="*/ 17370 h 21600"/>
              <a:gd name="connsiteX12" fmla="*/ 12180 w 21600"/>
              <a:gd name="connsiteY12" fmla="*/ 15935 h 21600"/>
              <a:gd name="connsiteX13" fmla="*/ 11612 w 21600"/>
              <a:gd name="connsiteY13" fmla="*/ 18842 h 21600"/>
              <a:gd name="connsiteX14" fmla="*/ 9872 w 21600"/>
              <a:gd name="connsiteY14" fmla="*/ 17370 h 21600"/>
              <a:gd name="connsiteX15" fmla="*/ 8700 w 21600"/>
              <a:gd name="connsiteY15" fmla="*/ 19712 h 21600"/>
              <a:gd name="connsiteX16" fmla="*/ 7527 w 21600"/>
              <a:gd name="connsiteY16" fmla="*/ 18125 h 21600"/>
              <a:gd name="connsiteX17" fmla="*/ 4917 w 21600"/>
              <a:gd name="connsiteY17" fmla="*/ 21600 h 21600"/>
              <a:gd name="connsiteX18" fmla="*/ 4805 w 21600"/>
              <a:gd name="connsiteY18" fmla="*/ 18240 h 21600"/>
              <a:gd name="connsiteX19" fmla="*/ 1285 w 21600"/>
              <a:gd name="connsiteY19" fmla="*/ 17825 h 21600"/>
              <a:gd name="connsiteX20" fmla="*/ 3330 w 21600"/>
              <a:gd name="connsiteY20" fmla="*/ 15370 h 21600"/>
              <a:gd name="connsiteX21" fmla="*/ 0 w 21600"/>
              <a:gd name="connsiteY21" fmla="*/ 12877 h 21600"/>
              <a:gd name="connsiteX22" fmla="*/ 3935 w 21600"/>
              <a:gd name="connsiteY22" fmla="*/ 11592 h 21600"/>
              <a:gd name="connsiteX23" fmla="*/ 1172 w 21600"/>
              <a:gd name="connsiteY23" fmla="*/ 8270 h 21600"/>
              <a:gd name="connsiteX24" fmla="*/ 5372 w 21600"/>
              <a:gd name="connsiteY24" fmla="*/ 7817 h 21600"/>
              <a:gd name="connsiteX25" fmla="*/ 4502 w 21600"/>
              <a:gd name="connsiteY25" fmla="*/ 3625 h 21600"/>
              <a:gd name="connsiteX26" fmla="*/ 7734 w 21600"/>
              <a:gd name="connsiteY26" fmla="*/ 4227 h 21600"/>
              <a:gd name="connsiteX27" fmla="*/ 9722 w 21600"/>
              <a:gd name="connsiteY27" fmla="*/ 1887 h 21600"/>
              <a:gd name="connsiteX28" fmla="*/ 11462 w 21600"/>
              <a:gd name="connsiteY28" fmla="*/ 4342 h 21600"/>
              <a:gd name="connsiteX0" fmla="*/ 11462 w 21600"/>
              <a:gd name="connsiteY0" fmla="*/ 4342 h 21600"/>
              <a:gd name="connsiteX1" fmla="*/ 14790 w 21600"/>
              <a:gd name="connsiteY1" fmla="*/ 0 h 21600"/>
              <a:gd name="connsiteX2" fmla="*/ 14525 w 21600"/>
              <a:gd name="connsiteY2" fmla="*/ 5777 h 21600"/>
              <a:gd name="connsiteX3" fmla="*/ 18007 w 21600"/>
              <a:gd name="connsiteY3" fmla="*/ 3172 h 21600"/>
              <a:gd name="connsiteX4" fmla="*/ 16380 w 21600"/>
              <a:gd name="connsiteY4" fmla="*/ 6532 h 21600"/>
              <a:gd name="connsiteX5" fmla="*/ 21600 w 21600"/>
              <a:gd name="connsiteY5" fmla="*/ 6645 h 21600"/>
              <a:gd name="connsiteX6" fmla="*/ 16985 w 21600"/>
              <a:gd name="connsiteY6" fmla="*/ 9402 h 21600"/>
              <a:gd name="connsiteX7" fmla="*/ 18270 w 21600"/>
              <a:gd name="connsiteY7" fmla="*/ 11290 h 21600"/>
              <a:gd name="connsiteX8" fmla="*/ 16380 w 21600"/>
              <a:gd name="connsiteY8" fmla="*/ 12310 h 21600"/>
              <a:gd name="connsiteX9" fmla="*/ 18877 w 21600"/>
              <a:gd name="connsiteY9" fmla="*/ 15632 h 21600"/>
              <a:gd name="connsiteX10" fmla="*/ 14640 w 21600"/>
              <a:gd name="connsiteY10" fmla="*/ 14350 h 21600"/>
              <a:gd name="connsiteX11" fmla="*/ 14942 w 21600"/>
              <a:gd name="connsiteY11" fmla="*/ 17370 h 21600"/>
              <a:gd name="connsiteX12" fmla="*/ 12180 w 21600"/>
              <a:gd name="connsiteY12" fmla="*/ 15935 h 21600"/>
              <a:gd name="connsiteX13" fmla="*/ 11612 w 21600"/>
              <a:gd name="connsiteY13" fmla="*/ 18842 h 21600"/>
              <a:gd name="connsiteX14" fmla="*/ 9872 w 21600"/>
              <a:gd name="connsiteY14" fmla="*/ 17370 h 21600"/>
              <a:gd name="connsiteX15" fmla="*/ 8700 w 21600"/>
              <a:gd name="connsiteY15" fmla="*/ 19712 h 21600"/>
              <a:gd name="connsiteX16" fmla="*/ 7527 w 21600"/>
              <a:gd name="connsiteY16" fmla="*/ 18125 h 21600"/>
              <a:gd name="connsiteX17" fmla="*/ 4917 w 21600"/>
              <a:gd name="connsiteY17" fmla="*/ 21600 h 21600"/>
              <a:gd name="connsiteX18" fmla="*/ 4805 w 21600"/>
              <a:gd name="connsiteY18" fmla="*/ 18240 h 21600"/>
              <a:gd name="connsiteX19" fmla="*/ 1285 w 21600"/>
              <a:gd name="connsiteY19" fmla="*/ 17825 h 21600"/>
              <a:gd name="connsiteX20" fmla="*/ 3330 w 21600"/>
              <a:gd name="connsiteY20" fmla="*/ 15370 h 21600"/>
              <a:gd name="connsiteX21" fmla="*/ 0 w 21600"/>
              <a:gd name="connsiteY21" fmla="*/ 12877 h 21600"/>
              <a:gd name="connsiteX22" fmla="*/ 3935 w 21600"/>
              <a:gd name="connsiteY22" fmla="*/ 11592 h 21600"/>
              <a:gd name="connsiteX23" fmla="*/ 1172 w 21600"/>
              <a:gd name="connsiteY23" fmla="*/ 8270 h 21600"/>
              <a:gd name="connsiteX24" fmla="*/ 5372 w 21600"/>
              <a:gd name="connsiteY24" fmla="*/ 7817 h 21600"/>
              <a:gd name="connsiteX25" fmla="*/ 4502 w 21600"/>
              <a:gd name="connsiteY25" fmla="*/ 3625 h 21600"/>
              <a:gd name="connsiteX26" fmla="*/ 7891 w 21600"/>
              <a:gd name="connsiteY26" fmla="*/ 7168 h 21600"/>
              <a:gd name="connsiteX27" fmla="*/ 9722 w 21600"/>
              <a:gd name="connsiteY27" fmla="*/ 1887 h 21600"/>
              <a:gd name="connsiteX28" fmla="*/ 11462 w 21600"/>
              <a:gd name="connsiteY28" fmla="*/ 4342 h 21600"/>
              <a:gd name="connsiteX0" fmla="*/ 11462 w 21600"/>
              <a:gd name="connsiteY0" fmla="*/ 4342 h 21600"/>
              <a:gd name="connsiteX1" fmla="*/ 14790 w 21600"/>
              <a:gd name="connsiteY1" fmla="*/ 0 h 21600"/>
              <a:gd name="connsiteX2" fmla="*/ 14525 w 21600"/>
              <a:gd name="connsiteY2" fmla="*/ 5777 h 21600"/>
              <a:gd name="connsiteX3" fmla="*/ 18007 w 21600"/>
              <a:gd name="connsiteY3" fmla="*/ 3172 h 21600"/>
              <a:gd name="connsiteX4" fmla="*/ 17206 w 21600"/>
              <a:gd name="connsiteY4" fmla="*/ 5906 h 21600"/>
              <a:gd name="connsiteX5" fmla="*/ 21600 w 21600"/>
              <a:gd name="connsiteY5" fmla="*/ 6645 h 21600"/>
              <a:gd name="connsiteX6" fmla="*/ 16985 w 21600"/>
              <a:gd name="connsiteY6" fmla="*/ 9402 h 21600"/>
              <a:gd name="connsiteX7" fmla="*/ 18270 w 21600"/>
              <a:gd name="connsiteY7" fmla="*/ 11290 h 21600"/>
              <a:gd name="connsiteX8" fmla="*/ 16380 w 21600"/>
              <a:gd name="connsiteY8" fmla="*/ 12310 h 21600"/>
              <a:gd name="connsiteX9" fmla="*/ 18877 w 21600"/>
              <a:gd name="connsiteY9" fmla="*/ 15632 h 21600"/>
              <a:gd name="connsiteX10" fmla="*/ 14640 w 21600"/>
              <a:gd name="connsiteY10" fmla="*/ 14350 h 21600"/>
              <a:gd name="connsiteX11" fmla="*/ 14942 w 21600"/>
              <a:gd name="connsiteY11" fmla="*/ 17370 h 21600"/>
              <a:gd name="connsiteX12" fmla="*/ 12180 w 21600"/>
              <a:gd name="connsiteY12" fmla="*/ 15935 h 21600"/>
              <a:gd name="connsiteX13" fmla="*/ 11612 w 21600"/>
              <a:gd name="connsiteY13" fmla="*/ 18842 h 21600"/>
              <a:gd name="connsiteX14" fmla="*/ 9872 w 21600"/>
              <a:gd name="connsiteY14" fmla="*/ 17370 h 21600"/>
              <a:gd name="connsiteX15" fmla="*/ 8700 w 21600"/>
              <a:gd name="connsiteY15" fmla="*/ 19712 h 21600"/>
              <a:gd name="connsiteX16" fmla="*/ 7527 w 21600"/>
              <a:gd name="connsiteY16" fmla="*/ 18125 h 21600"/>
              <a:gd name="connsiteX17" fmla="*/ 4917 w 21600"/>
              <a:gd name="connsiteY17" fmla="*/ 21600 h 21600"/>
              <a:gd name="connsiteX18" fmla="*/ 4805 w 21600"/>
              <a:gd name="connsiteY18" fmla="*/ 18240 h 21600"/>
              <a:gd name="connsiteX19" fmla="*/ 1285 w 21600"/>
              <a:gd name="connsiteY19" fmla="*/ 17825 h 21600"/>
              <a:gd name="connsiteX20" fmla="*/ 3330 w 21600"/>
              <a:gd name="connsiteY20" fmla="*/ 15370 h 21600"/>
              <a:gd name="connsiteX21" fmla="*/ 0 w 21600"/>
              <a:gd name="connsiteY21" fmla="*/ 12877 h 21600"/>
              <a:gd name="connsiteX22" fmla="*/ 3935 w 21600"/>
              <a:gd name="connsiteY22" fmla="*/ 11592 h 21600"/>
              <a:gd name="connsiteX23" fmla="*/ 1172 w 21600"/>
              <a:gd name="connsiteY23" fmla="*/ 8270 h 21600"/>
              <a:gd name="connsiteX24" fmla="*/ 5372 w 21600"/>
              <a:gd name="connsiteY24" fmla="*/ 7817 h 21600"/>
              <a:gd name="connsiteX25" fmla="*/ 4502 w 21600"/>
              <a:gd name="connsiteY25" fmla="*/ 3625 h 21600"/>
              <a:gd name="connsiteX26" fmla="*/ 7891 w 21600"/>
              <a:gd name="connsiteY26" fmla="*/ 7168 h 21600"/>
              <a:gd name="connsiteX27" fmla="*/ 9722 w 21600"/>
              <a:gd name="connsiteY27" fmla="*/ 1887 h 21600"/>
              <a:gd name="connsiteX28" fmla="*/ 11462 w 21600"/>
              <a:gd name="connsiteY28" fmla="*/ 4342 h 21600"/>
              <a:gd name="connsiteX0" fmla="*/ 11462 w 20145"/>
              <a:gd name="connsiteY0" fmla="*/ 4342 h 21600"/>
              <a:gd name="connsiteX1" fmla="*/ 14790 w 20145"/>
              <a:gd name="connsiteY1" fmla="*/ 0 h 21600"/>
              <a:gd name="connsiteX2" fmla="*/ 14525 w 20145"/>
              <a:gd name="connsiteY2" fmla="*/ 5777 h 21600"/>
              <a:gd name="connsiteX3" fmla="*/ 18007 w 20145"/>
              <a:gd name="connsiteY3" fmla="*/ 3172 h 21600"/>
              <a:gd name="connsiteX4" fmla="*/ 17206 w 20145"/>
              <a:gd name="connsiteY4" fmla="*/ 5906 h 21600"/>
              <a:gd name="connsiteX5" fmla="*/ 20145 w 20145"/>
              <a:gd name="connsiteY5" fmla="*/ 6895 h 21600"/>
              <a:gd name="connsiteX6" fmla="*/ 16985 w 20145"/>
              <a:gd name="connsiteY6" fmla="*/ 9402 h 21600"/>
              <a:gd name="connsiteX7" fmla="*/ 18270 w 20145"/>
              <a:gd name="connsiteY7" fmla="*/ 11290 h 21600"/>
              <a:gd name="connsiteX8" fmla="*/ 16380 w 20145"/>
              <a:gd name="connsiteY8" fmla="*/ 12310 h 21600"/>
              <a:gd name="connsiteX9" fmla="*/ 18877 w 20145"/>
              <a:gd name="connsiteY9" fmla="*/ 15632 h 21600"/>
              <a:gd name="connsiteX10" fmla="*/ 14640 w 20145"/>
              <a:gd name="connsiteY10" fmla="*/ 14350 h 21600"/>
              <a:gd name="connsiteX11" fmla="*/ 14942 w 20145"/>
              <a:gd name="connsiteY11" fmla="*/ 17370 h 21600"/>
              <a:gd name="connsiteX12" fmla="*/ 12180 w 20145"/>
              <a:gd name="connsiteY12" fmla="*/ 15935 h 21600"/>
              <a:gd name="connsiteX13" fmla="*/ 11612 w 20145"/>
              <a:gd name="connsiteY13" fmla="*/ 18842 h 21600"/>
              <a:gd name="connsiteX14" fmla="*/ 9872 w 20145"/>
              <a:gd name="connsiteY14" fmla="*/ 17370 h 21600"/>
              <a:gd name="connsiteX15" fmla="*/ 8700 w 20145"/>
              <a:gd name="connsiteY15" fmla="*/ 19712 h 21600"/>
              <a:gd name="connsiteX16" fmla="*/ 7527 w 20145"/>
              <a:gd name="connsiteY16" fmla="*/ 18125 h 21600"/>
              <a:gd name="connsiteX17" fmla="*/ 4917 w 20145"/>
              <a:gd name="connsiteY17" fmla="*/ 21600 h 21600"/>
              <a:gd name="connsiteX18" fmla="*/ 4805 w 20145"/>
              <a:gd name="connsiteY18" fmla="*/ 18240 h 21600"/>
              <a:gd name="connsiteX19" fmla="*/ 1285 w 20145"/>
              <a:gd name="connsiteY19" fmla="*/ 17825 h 21600"/>
              <a:gd name="connsiteX20" fmla="*/ 3330 w 20145"/>
              <a:gd name="connsiteY20" fmla="*/ 15370 h 21600"/>
              <a:gd name="connsiteX21" fmla="*/ 0 w 20145"/>
              <a:gd name="connsiteY21" fmla="*/ 12877 h 21600"/>
              <a:gd name="connsiteX22" fmla="*/ 3935 w 20145"/>
              <a:gd name="connsiteY22" fmla="*/ 11592 h 21600"/>
              <a:gd name="connsiteX23" fmla="*/ 1172 w 20145"/>
              <a:gd name="connsiteY23" fmla="*/ 8270 h 21600"/>
              <a:gd name="connsiteX24" fmla="*/ 5372 w 20145"/>
              <a:gd name="connsiteY24" fmla="*/ 7817 h 21600"/>
              <a:gd name="connsiteX25" fmla="*/ 4502 w 20145"/>
              <a:gd name="connsiteY25" fmla="*/ 3625 h 21600"/>
              <a:gd name="connsiteX26" fmla="*/ 7891 w 20145"/>
              <a:gd name="connsiteY26" fmla="*/ 7168 h 21600"/>
              <a:gd name="connsiteX27" fmla="*/ 9722 w 20145"/>
              <a:gd name="connsiteY27" fmla="*/ 1887 h 21600"/>
              <a:gd name="connsiteX28" fmla="*/ 11462 w 20145"/>
              <a:gd name="connsiteY28" fmla="*/ 4342 h 21600"/>
              <a:gd name="connsiteX0" fmla="*/ 10793 w 19476"/>
              <a:gd name="connsiteY0" fmla="*/ 4342 h 21600"/>
              <a:gd name="connsiteX1" fmla="*/ 14121 w 19476"/>
              <a:gd name="connsiteY1" fmla="*/ 0 h 21600"/>
              <a:gd name="connsiteX2" fmla="*/ 13856 w 19476"/>
              <a:gd name="connsiteY2" fmla="*/ 5777 h 21600"/>
              <a:gd name="connsiteX3" fmla="*/ 17338 w 19476"/>
              <a:gd name="connsiteY3" fmla="*/ 3172 h 21600"/>
              <a:gd name="connsiteX4" fmla="*/ 16537 w 19476"/>
              <a:gd name="connsiteY4" fmla="*/ 5906 h 21600"/>
              <a:gd name="connsiteX5" fmla="*/ 19476 w 19476"/>
              <a:gd name="connsiteY5" fmla="*/ 6895 h 21600"/>
              <a:gd name="connsiteX6" fmla="*/ 16316 w 19476"/>
              <a:gd name="connsiteY6" fmla="*/ 9402 h 21600"/>
              <a:gd name="connsiteX7" fmla="*/ 17601 w 19476"/>
              <a:gd name="connsiteY7" fmla="*/ 11290 h 21600"/>
              <a:gd name="connsiteX8" fmla="*/ 15711 w 19476"/>
              <a:gd name="connsiteY8" fmla="*/ 12310 h 21600"/>
              <a:gd name="connsiteX9" fmla="*/ 18208 w 19476"/>
              <a:gd name="connsiteY9" fmla="*/ 15632 h 21600"/>
              <a:gd name="connsiteX10" fmla="*/ 13971 w 19476"/>
              <a:gd name="connsiteY10" fmla="*/ 14350 h 21600"/>
              <a:gd name="connsiteX11" fmla="*/ 14273 w 19476"/>
              <a:gd name="connsiteY11" fmla="*/ 17370 h 21600"/>
              <a:gd name="connsiteX12" fmla="*/ 11511 w 19476"/>
              <a:gd name="connsiteY12" fmla="*/ 15935 h 21600"/>
              <a:gd name="connsiteX13" fmla="*/ 10943 w 19476"/>
              <a:gd name="connsiteY13" fmla="*/ 18842 h 21600"/>
              <a:gd name="connsiteX14" fmla="*/ 9203 w 19476"/>
              <a:gd name="connsiteY14" fmla="*/ 17370 h 21600"/>
              <a:gd name="connsiteX15" fmla="*/ 8031 w 19476"/>
              <a:gd name="connsiteY15" fmla="*/ 19712 h 21600"/>
              <a:gd name="connsiteX16" fmla="*/ 6858 w 19476"/>
              <a:gd name="connsiteY16" fmla="*/ 18125 h 21600"/>
              <a:gd name="connsiteX17" fmla="*/ 4248 w 19476"/>
              <a:gd name="connsiteY17" fmla="*/ 21600 h 21600"/>
              <a:gd name="connsiteX18" fmla="*/ 4136 w 19476"/>
              <a:gd name="connsiteY18" fmla="*/ 18240 h 21600"/>
              <a:gd name="connsiteX19" fmla="*/ 616 w 19476"/>
              <a:gd name="connsiteY19" fmla="*/ 17825 h 21600"/>
              <a:gd name="connsiteX20" fmla="*/ 2661 w 19476"/>
              <a:gd name="connsiteY20" fmla="*/ 15370 h 21600"/>
              <a:gd name="connsiteX21" fmla="*/ 0 w 19476"/>
              <a:gd name="connsiteY21" fmla="*/ 12940 h 21600"/>
              <a:gd name="connsiteX22" fmla="*/ 3266 w 19476"/>
              <a:gd name="connsiteY22" fmla="*/ 11592 h 21600"/>
              <a:gd name="connsiteX23" fmla="*/ 503 w 19476"/>
              <a:gd name="connsiteY23" fmla="*/ 8270 h 21600"/>
              <a:gd name="connsiteX24" fmla="*/ 4703 w 19476"/>
              <a:gd name="connsiteY24" fmla="*/ 7817 h 21600"/>
              <a:gd name="connsiteX25" fmla="*/ 3833 w 19476"/>
              <a:gd name="connsiteY25" fmla="*/ 3625 h 21600"/>
              <a:gd name="connsiteX26" fmla="*/ 7222 w 19476"/>
              <a:gd name="connsiteY26" fmla="*/ 7168 h 21600"/>
              <a:gd name="connsiteX27" fmla="*/ 9053 w 19476"/>
              <a:gd name="connsiteY27" fmla="*/ 1887 h 21600"/>
              <a:gd name="connsiteX28" fmla="*/ 10793 w 1947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5151 w 20656"/>
              <a:gd name="connsiteY10" fmla="*/ 14350 h 21600"/>
              <a:gd name="connsiteX11" fmla="*/ 15453 w 20656"/>
              <a:gd name="connsiteY11" fmla="*/ 17370 h 21600"/>
              <a:gd name="connsiteX12" fmla="*/ 12691 w 20656"/>
              <a:gd name="connsiteY12" fmla="*/ 15935 h 21600"/>
              <a:gd name="connsiteX13" fmla="*/ 12123 w 20656"/>
              <a:gd name="connsiteY13" fmla="*/ 18842 h 21600"/>
              <a:gd name="connsiteX14" fmla="*/ 10383 w 20656"/>
              <a:gd name="connsiteY14" fmla="*/ 17370 h 21600"/>
              <a:gd name="connsiteX15" fmla="*/ 9211 w 20656"/>
              <a:gd name="connsiteY15" fmla="*/ 19712 h 21600"/>
              <a:gd name="connsiteX16" fmla="*/ 8038 w 20656"/>
              <a:gd name="connsiteY16" fmla="*/ 18125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96 w 20656"/>
              <a:gd name="connsiteY19" fmla="*/ 17825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5151 w 20656"/>
              <a:gd name="connsiteY10" fmla="*/ 14350 h 21600"/>
              <a:gd name="connsiteX11" fmla="*/ 15453 w 20656"/>
              <a:gd name="connsiteY11" fmla="*/ 17370 h 21600"/>
              <a:gd name="connsiteX12" fmla="*/ 12691 w 20656"/>
              <a:gd name="connsiteY12" fmla="*/ 15935 h 21600"/>
              <a:gd name="connsiteX13" fmla="*/ 12123 w 20656"/>
              <a:gd name="connsiteY13" fmla="*/ 18842 h 21600"/>
              <a:gd name="connsiteX14" fmla="*/ 10383 w 20656"/>
              <a:gd name="connsiteY14" fmla="*/ 17370 h 21600"/>
              <a:gd name="connsiteX15" fmla="*/ 9211 w 20656"/>
              <a:gd name="connsiteY15" fmla="*/ 19712 h 21600"/>
              <a:gd name="connsiteX16" fmla="*/ 8038 w 20656"/>
              <a:gd name="connsiteY16" fmla="*/ 18125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5151 w 20656"/>
              <a:gd name="connsiteY10" fmla="*/ 14350 h 21600"/>
              <a:gd name="connsiteX11" fmla="*/ 15453 w 20656"/>
              <a:gd name="connsiteY11" fmla="*/ 17370 h 21600"/>
              <a:gd name="connsiteX12" fmla="*/ 12691 w 20656"/>
              <a:gd name="connsiteY12" fmla="*/ 15935 h 21600"/>
              <a:gd name="connsiteX13" fmla="*/ 12123 w 20656"/>
              <a:gd name="connsiteY13" fmla="*/ 18842 h 21600"/>
              <a:gd name="connsiteX14" fmla="*/ 10383 w 20656"/>
              <a:gd name="connsiteY14" fmla="*/ 1737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5151 w 20656"/>
              <a:gd name="connsiteY10" fmla="*/ 14350 h 21600"/>
              <a:gd name="connsiteX11" fmla="*/ 15453 w 20656"/>
              <a:gd name="connsiteY11" fmla="*/ 17370 h 21600"/>
              <a:gd name="connsiteX12" fmla="*/ 12691 w 20656"/>
              <a:gd name="connsiteY12" fmla="*/ 15935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5151 w 20656"/>
              <a:gd name="connsiteY10" fmla="*/ 14350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7496 w 20656"/>
              <a:gd name="connsiteY6" fmla="*/ 9402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6891 w 20656"/>
              <a:gd name="connsiteY8" fmla="*/ 12310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4446 w 20656"/>
              <a:gd name="connsiteY22" fmla="*/ 1159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1973 w 20656"/>
              <a:gd name="connsiteY0" fmla="*/ 4342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1973 w 20656"/>
              <a:gd name="connsiteY28" fmla="*/ 4342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402 w 20656"/>
              <a:gd name="connsiteY26" fmla="*/ 7168 h 21600"/>
              <a:gd name="connsiteX27" fmla="*/ 10233 w 20656"/>
              <a:gd name="connsiteY27" fmla="*/ 1887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599 w 20656"/>
              <a:gd name="connsiteY26" fmla="*/ 7543 h 21600"/>
              <a:gd name="connsiteX27" fmla="*/ 10233 w 20656"/>
              <a:gd name="connsiteY27" fmla="*/ 1887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013 w 20656"/>
              <a:gd name="connsiteY25" fmla="*/ 3625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883 w 20656"/>
              <a:gd name="connsiteY24" fmla="*/ 7817 h 21600"/>
              <a:gd name="connsiteX25" fmla="*/ 5603 w 20656"/>
              <a:gd name="connsiteY25" fmla="*/ 5064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7717 w 20656"/>
              <a:gd name="connsiteY4" fmla="*/ 5906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962 w 20656"/>
              <a:gd name="connsiteY24" fmla="*/ 9194 h 21600"/>
              <a:gd name="connsiteX25" fmla="*/ 5603 w 20656"/>
              <a:gd name="connsiteY25" fmla="*/ 5064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8518 w 20656"/>
              <a:gd name="connsiteY3" fmla="*/ 3172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962 w 20656"/>
              <a:gd name="connsiteY24" fmla="*/ 9194 h 21600"/>
              <a:gd name="connsiteX25" fmla="*/ 5603 w 20656"/>
              <a:gd name="connsiteY25" fmla="*/ 5064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130 w 20656"/>
              <a:gd name="connsiteY28" fmla="*/ 6595 h 21600"/>
              <a:gd name="connsiteX0" fmla="*/ 12130 w 20656"/>
              <a:gd name="connsiteY0" fmla="*/ 6595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962 w 20656"/>
              <a:gd name="connsiteY24" fmla="*/ 9194 h 21600"/>
              <a:gd name="connsiteX25" fmla="*/ 5603 w 20656"/>
              <a:gd name="connsiteY25" fmla="*/ 5064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130 w 20656"/>
              <a:gd name="connsiteY28" fmla="*/ 6595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962 w 20656"/>
              <a:gd name="connsiteY24" fmla="*/ 9194 h 21600"/>
              <a:gd name="connsiteX25" fmla="*/ 5603 w 20656"/>
              <a:gd name="connsiteY25" fmla="*/ 5064 h 21600"/>
              <a:gd name="connsiteX26" fmla="*/ 8599 w 20656"/>
              <a:gd name="connsiteY26" fmla="*/ 7543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5962 w 20656"/>
              <a:gd name="connsiteY24" fmla="*/ 9194 h 21600"/>
              <a:gd name="connsiteX25" fmla="*/ 5603 w 20656"/>
              <a:gd name="connsiteY25" fmla="*/ 5064 h 21600"/>
              <a:gd name="connsiteX26" fmla="*/ 9282 w 20656"/>
              <a:gd name="connsiteY26" fmla="*/ 9172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82 w 20656"/>
              <a:gd name="connsiteY26" fmla="*/ 9172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534 w 20656"/>
              <a:gd name="connsiteY12" fmla="*/ 1462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186 w 20656"/>
              <a:gd name="connsiteY14" fmla="*/ 15430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959 w 20656"/>
              <a:gd name="connsiteY16" fmla="*/ 16686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841 w 20656"/>
              <a:gd name="connsiteY20" fmla="*/ 15370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4954 w 20656"/>
              <a:gd name="connsiteY10" fmla="*/ 13662 h 21600"/>
              <a:gd name="connsiteX11" fmla="*/ 15453 w 20656"/>
              <a:gd name="connsiteY11" fmla="*/ 17370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410 w 20656"/>
              <a:gd name="connsiteY20" fmla="*/ 15482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5062 w 20656"/>
              <a:gd name="connsiteY10" fmla="*/ 13100 h 21600"/>
              <a:gd name="connsiteX11" fmla="*/ 15453 w 20656"/>
              <a:gd name="connsiteY11" fmla="*/ 17370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410 w 20656"/>
              <a:gd name="connsiteY20" fmla="*/ 15482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5062 w 20656"/>
              <a:gd name="connsiteY10" fmla="*/ 13100 h 21600"/>
              <a:gd name="connsiteX11" fmla="*/ 14878 w 20656"/>
              <a:gd name="connsiteY11" fmla="*/ 15798 h 21600"/>
              <a:gd name="connsiteX12" fmla="*/ 12318 w 20656"/>
              <a:gd name="connsiteY12" fmla="*/ 13891 h 21600"/>
              <a:gd name="connsiteX13" fmla="*/ 12123 w 20656"/>
              <a:gd name="connsiteY13" fmla="*/ 18842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410 w 20656"/>
              <a:gd name="connsiteY20" fmla="*/ 15482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5062 w 20656"/>
              <a:gd name="connsiteY10" fmla="*/ 13100 h 21600"/>
              <a:gd name="connsiteX11" fmla="*/ 14878 w 20656"/>
              <a:gd name="connsiteY11" fmla="*/ 15798 h 21600"/>
              <a:gd name="connsiteX12" fmla="*/ 12318 w 20656"/>
              <a:gd name="connsiteY12" fmla="*/ 13891 h 21600"/>
              <a:gd name="connsiteX13" fmla="*/ 12051 w 20656"/>
              <a:gd name="connsiteY13" fmla="*/ 17438 h 21600"/>
              <a:gd name="connsiteX14" fmla="*/ 10078 w 20656"/>
              <a:gd name="connsiteY14" fmla="*/ 14812 h 21600"/>
              <a:gd name="connsiteX15" fmla="*/ 9211 w 20656"/>
              <a:gd name="connsiteY15" fmla="*/ 19712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410 w 20656"/>
              <a:gd name="connsiteY20" fmla="*/ 15482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  <a:gd name="connsiteX0" fmla="*/ 12418 w 20656"/>
              <a:gd name="connsiteY0" fmla="*/ 7381 h 21600"/>
              <a:gd name="connsiteX1" fmla="*/ 15301 w 20656"/>
              <a:gd name="connsiteY1" fmla="*/ 0 h 21600"/>
              <a:gd name="connsiteX2" fmla="*/ 15036 w 20656"/>
              <a:gd name="connsiteY2" fmla="*/ 5777 h 21600"/>
              <a:gd name="connsiteX3" fmla="*/ 19129 w 20656"/>
              <a:gd name="connsiteY3" fmla="*/ 2554 h 21600"/>
              <a:gd name="connsiteX4" fmla="*/ 18544 w 20656"/>
              <a:gd name="connsiteY4" fmla="*/ 5457 h 21600"/>
              <a:gd name="connsiteX5" fmla="*/ 20656 w 20656"/>
              <a:gd name="connsiteY5" fmla="*/ 6895 h 21600"/>
              <a:gd name="connsiteX6" fmla="*/ 18007 w 20656"/>
              <a:gd name="connsiteY6" fmla="*/ 9590 h 21600"/>
              <a:gd name="connsiteX7" fmla="*/ 18781 w 20656"/>
              <a:gd name="connsiteY7" fmla="*/ 11290 h 21600"/>
              <a:gd name="connsiteX8" fmla="*/ 17284 w 20656"/>
              <a:gd name="connsiteY8" fmla="*/ 12435 h 21600"/>
              <a:gd name="connsiteX9" fmla="*/ 19388 w 20656"/>
              <a:gd name="connsiteY9" fmla="*/ 15632 h 21600"/>
              <a:gd name="connsiteX10" fmla="*/ 15062 w 20656"/>
              <a:gd name="connsiteY10" fmla="*/ 13100 h 21600"/>
              <a:gd name="connsiteX11" fmla="*/ 14878 w 20656"/>
              <a:gd name="connsiteY11" fmla="*/ 15798 h 21600"/>
              <a:gd name="connsiteX12" fmla="*/ 12318 w 20656"/>
              <a:gd name="connsiteY12" fmla="*/ 13891 h 21600"/>
              <a:gd name="connsiteX13" fmla="*/ 12051 w 20656"/>
              <a:gd name="connsiteY13" fmla="*/ 17438 h 21600"/>
              <a:gd name="connsiteX14" fmla="*/ 10078 w 20656"/>
              <a:gd name="connsiteY14" fmla="*/ 14812 h 21600"/>
              <a:gd name="connsiteX15" fmla="*/ 8636 w 20656"/>
              <a:gd name="connsiteY15" fmla="*/ 19544 h 21600"/>
              <a:gd name="connsiteX16" fmla="*/ 7887 w 20656"/>
              <a:gd name="connsiteY16" fmla="*/ 16237 h 21600"/>
              <a:gd name="connsiteX17" fmla="*/ 5428 w 20656"/>
              <a:gd name="connsiteY17" fmla="*/ 21600 h 21600"/>
              <a:gd name="connsiteX18" fmla="*/ 5316 w 20656"/>
              <a:gd name="connsiteY18" fmla="*/ 18240 h 21600"/>
              <a:gd name="connsiteX19" fmla="*/ 1717 w 20656"/>
              <a:gd name="connsiteY19" fmla="*/ 17262 h 21600"/>
              <a:gd name="connsiteX20" fmla="*/ 3410 w 20656"/>
              <a:gd name="connsiteY20" fmla="*/ 15482 h 21600"/>
              <a:gd name="connsiteX21" fmla="*/ 0 w 20656"/>
              <a:gd name="connsiteY21" fmla="*/ 12439 h 21600"/>
              <a:gd name="connsiteX22" fmla="*/ 3777 w 20656"/>
              <a:gd name="connsiteY22" fmla="*/ 11342 h 21600"/>
              <a:gd name="connsiteX23" fmla="*/ 1683 w 20656"/>
              <a:gd name="connsiteY23" fmla="*/ 8270 h 21600"/>
              <a:gd name="connsiteX24" fmla="*/ 6501 w 20656"/>
              <a:gd name="connsiteY24" fmla="*/ 10149 h 21600"/>
              <a:gd name="connsiteX25" fmla="*/ 5603 w 20656"/>
              <a:gd name="connsiteY25" fmla="*/ 5064 h 21600"/>
              <a:gd name="connsiteX26" fmla="*/ 9246 w 20656"/>
              <a:gd name="connsiteY26" fmla="*/ 8667 h 21600"/>
              <a:gd name="connsiteX27" fmla="*/ 10351 w 20656"/>
              <a:gd name="connsiteY27" fmla="*/ 3389 h 21600"/>
              <a:gd name="connsiteX28" fmla="*/ 12418 w 20656"/>
              <a:gd name="connsiteY28" fmla="*/ 7381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0656" h="21600">
                <a:moveTo>
                  <a:pt x="12418" y="7381"/>
                </a:moveTo>
                <a:lnTo>
                  <a:pt x="15301" y="0"/>
                </a:lnTo>
                <a:cubicBezTo>
                  <a:pt x="15213" y="1926"/>
                  <a:pt x="15124" y="3851"/>
                  <a:pt x="15036" y="5777"/>
                </a:cubicBezTo>
                <a:lnTo>
                  <a:pt x="19129" y="2554"/>
                </a:lnTo>
                <a:cubicBezTo>
                  <a:pt x="19138" y="3316"/>
                  <a:pt x="18535" y="4695"/>
                  <a:pt x="18544" y="5457"/>
                </a:cubicBezTo>
                <a:lnTo>
                  <a:pt x="20656" y="6895"/>
                </a:lnTo>
                <a:lnTo>
                  <a:pt x="18007" y="9590"/>
                </a:lnTo>
                <a:lnTo>
                  <a:pt x="18781" y="11290"/>
                </a:lnTo>
                <a:lnTo>
                  <a:pt x="17284" y="12435"/>
                </a:lnTo>
                <a:lnTo>
                  <a:pt x="19388" y="15632"/>
                </a:lnTo>
                <a:lnTo>
                  <a:pt x="15062" y="13100"/>
                </a:lnTo>
                <a:cubicBezTo>
                  <a:pt x="15163" y="14107"/>
                  <a:pt x="14777" y="14791"/>
                  <a:pt x="14878" y="15798"/>
                </a:cubicBezTo>
                <a:lnTo>
                  <a:pt x="12318" y="13891"/>
                </a:lnTo>
                <a:lnTo>
                  <a:pt x="12051" y="17438"/>
                </a:lnTo>
                <a:lnTo>
                  <a:pt x="10078" y="14812"/>
                </a:lnTo>
                <a:lnTo>
                  <a:pt x="8636" y="19544"/>
                </a:lnTo>
                <a:lnTo>
                  <a:pt x="7887" y="16237"/>
                </a:lnTo>
                <a:lnTo>
                  <a:pt x="5428" y="21600"/>
                </a:lnTo>
                <a:cubicBezTo>
                  <a:pt x="5391" y="20480"/>
                  <a:pt x="5353" y="19360"/>
                  <a:pt x="5316" y="18240"/>
                </a:cubicBezTo>
                <a:lnTo>
                  <a:pt x="1717" y="17262"/>
                </a:lnTo>
                <a:lnTo>
                  <a:pt x="3410" y="15482"/>
                </a:lnTo>
                <a:lnTo>
                  <a:pt x="0" y="12439"/>
                </a:lnTo>
                <a:lnTo>
                  <a:pt x="3777" y="11342"/>
                </a:lnTo>
                <a:lnTo>
                  <a:pt x="1683" y="8270"/>
                </a:lnTo>
                <a:lnTo>
                  <a:pt x="6501" y="10149"/>
                </a:lnTo>
                <a:cubicBezTo>
                  <a:pt x="6408" y="9231"/>
                  <a:pt x="5696" y="5982"/>
                  <a:pt x="5603" y="5064"/>
                </a:cubicBezTo>
                <a:lnTo>
                  <a:pt x="9246" y="8667"/>
                </a:lnTo>
                <a:lnTo>
                  <a:pt x="10351" y="3389"/>
                </a:lnTo>
                <a:lnTo>
                  <a:pt x="12418" y="7381"/>
                </a:lnTo>
                <a:close/>
              </a:path>
            </a:pathLst>
          </a:custGeom>
          <a:solidFill>
            <a:schemeClr val="bg1"/>
          </a:solidFill>
          <a:ln w="57150" cmpd="sng">
            <a:solidFill>
              <a:schemeClr val="tx1"/>
            </a:solidFill>
          </a:ln>
          <a:effectLst>
            <a:outerShdw dist="190500" dir="1740000" rotWithShape="0">
              <a:srgbClr val="000000">
                <a:alpha val="7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20525652">
            <a:off x="941077" y="3809825"/>
            <a:ext cx="5536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1" dirty="0" smtClean="0">
                <a:pattFill prst="pct90">
                  <a:fgClr>
                    <a:schemeClr val="tx1"/>
                  </a:fgClr>
                  <a:bgClr>
                    <a:prstClr val="white"/>
                  </a:bgClr>
                </a:pattFill>
                <a:latin typeface="Comic Sans MS"/>
                <a:cs typeface="Comic Sans MS"/>
              </a:rPr>
              <a:t>WEB DEV</a:t>
            </a:r>
            <a:endParaRPr lang="en-US" sz="8000" b="1" i="1" dirty="0">
              <a:pattFill prst="pct90">
                <a:fgClr>
                  <a:schemeClr val="tx1"/>
                </a:fgClr>
                <a:bgClr>
                  <a:prstClr val="white"/>
                </a:bgClr>
              </a:pattFill>
              <a:latin typeface="Comic Sans MS"/>
              <a:cs typeface="Comic Sans MS"/>
            </a:endParaRPr>
          </a:p>
        </p:txBody>
      </p:sp>
      <p:sp>
        <p:nvSpPr>
          <p:cNvPr id="29" name="TextBox 28"/>
          <p:cNvSpPr txBox="1"/>
          <p:nvPr/>
        </p:nvSpPr>
        <p:spPr>
          <a:xfrm rot="20525652">
            <a:off x="895714" y="3687394"/>
            <a:ext cx="3036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 smtClean="0">
                <a:ln w="38100" cmpd="sng">
                  <a:solidFill>
                    <a:schemeClr val="bg1"/>
                  </a:solidFill>
                </a:ln>
                <a:pattFill prst="pct90">
                  <a:fgClr>
                    <a:schemeClr val="tx1"/>
                  </a:fgClr>
                  <a:bgClr>
                    <a:prstClr val="white"/>
                  </a:bgClr>
                </a:patt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Bauhaus 93"/>
                <a:cs typeface="Bauhaus 93"/>
              </a:rPr>
              <a:t>INTRO TO </a:t>
            </a:r>
            <a:endParaRPr lang="en-US" sz="4800" b="1" i="1" dirty="0">
              <a:ln w="38100" cmpd="sng">
                <a:solidFill>
                  <a:schemeClr val="bg1"/>
                </a:solidFill>
              </a:ln>
              <a:pattFill prst="pct90">
                <a:fgClr>
                  <a:schemeClr val="tx1"/>
                </a:fgClr>
                <a:bgClr>
                  <a:prstClr val="white"/>
                </a:bgClr>
              </a:patt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  <a:latin typeface="Bauhaus 93"/>
              <a:cs typeface="Bauhaus 9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82616" y="1964016"/>
            <a:ext cx="3337479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 FREE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10 WEEK CLASS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42724" y="1373478"/>
            <a:ext cx="3311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spc="-100" dirty="0" smtClean="0">
                <a:latin typeface="Comic Sans MS"/>
                <a:cs typeface="Comic Sans MS"/>
              </a:rPr>
              <a:t>10:30 AM</a:t>
            </a:r>
            <a:endParaRPr lang="en-US" sz="2800" b="1" spc="-1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1381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35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26</cp:revision>
  <dcterms:created xsi:type="dcterms:W3CDTF">2018-02-09T18:15:35Z</dcterms:created>
  <dcterms:modified xsi:type="dcterms:W3CDTF">2018-02-09T19:43:37Z</dcterms:modified>
</cp:coreProperties>
</file>